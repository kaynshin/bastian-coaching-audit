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UNICORN AGENCY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Complet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bastian-coaching.fr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Marketing • UX/UI • Technique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Avril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5669280"/>
            <a:ext cx="1828800" cy="45720"/>
          </a:xfrm>
          <a:prstGeom prst="rect">
            <a:avLst/>
          </a:prstGeom>
          <a:solidFill>
            <a:srgbClr val="0050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459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Globaux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4592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des 3 audits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64592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SEO &amp; Marketing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Référencement, contenu, concurrence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4592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UX/UI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Expérience utilisateur, design, conversion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4592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Technique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Stack, performance, sécurité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45920" y="4572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Quick Wins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prioritaires à fort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257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45920" y="5257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Prochaines Étapes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5532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d'action en 4 phases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GLOBAUX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3200400" cy="3200400"/>
          </a:xfrm>
          <a:prstGeom prst="rect">
            <a:avLst>
              <a:gd name="adj" fmla="val 4286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05840" y="37490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title/meta optimisé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sitemap XML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200400" cy="3200400"/>
          </a:xfrm>
          <a:prstGeom prst="rect">
            <a:avLst>
              <a:gd name="adj" fmla="val 4286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UX/UI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89120" y="2560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63440" y="37490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tarifs, pas de CTA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social proof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200400" cy="3200400"/>
          </a:xfrm>
          <a:prstGeom prst="rect">
            <a:avLst>
              <a:gd name="adj" fmla="val 4286"/>
            </a:avLst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25603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4/10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321040" y="37490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D, SEO D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site informe mais ne convertit pas. Potentiel fort sous-exploité.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SEO &amp; MARKETING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: 3/10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Méta-tags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page n'a de title/description optimisés — "Accueil" comme titre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coachs sur 5 ont des URLs dynamiques Joomla (?view=article&amp;id=...)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sitemap XML, pas de soumission Google Search Console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Mots-clés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mot-clé local ciblé (ex: "coach sportif Thonon")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outil installé (GA, GTM, Matomo)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Palmarès de Dylan (Vice-Champion du Monde) invisible en accueil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5212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concurrents identifiés — aucun ne domine le segment coaching perso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UX / UI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: 4/10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tarif nulle part sur le site — info #1 recherchée par les prospects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formulaire de contact fonctionnel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Proof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témoignage client en page d'accueil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326880" y="2651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Carousel hero sans call-to-action de conversion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2688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 texts = noms de fichiers bruts, CTA "+" non labellisés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5720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"Dylan Bastian" en nav principale crée une hiérarchie incohérente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2688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Crédibilité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5212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Credentials champion du monde enterrées dans une sous-page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0" y="5212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TECHNIQUE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0" y="365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: 4/10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63040"/>
            <a:ext cx="3200400" cy="128016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5544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200400" cy="128016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tech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200400" cy="128016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0" y="155448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00400" cy="128016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32004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200" dirty="0"/>
          </a:p>
        </p:txBody>
      </p:sp>
      <p:sp>
        <p:nvSpPr>
          <p:cNvPr id="17" name="Shape 15"/>
          <p:cNvSpPr/>
          <p:nvPr/>
        </p:nvSpPr>
        <p:spPr>
          <a:xfrm>
            <a:off x="4389120" y="3108960"/>
            <a:ext cx="3200400" cy="128016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32004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8046720" y="3108960"/>
            <a:ext cx="3200400" cy="1280160"/>
          </a:xfrm>
          <a:prstGeom prst="rect">
            <a:avLst>
              <a:gd name="adj" fmla="val 7143"/>
            </a:avLst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3246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0" y="3200400"/>
            <a:ext cx="1188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731520" y="49377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Headers sécurité quasi absents (pas de CSP, HSTS, X-Frame-Options)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257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PHP 8.5 et OVHcloud exposés dans les headers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5778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Images JPEG uniquement, pas de WebP/AVIF, pas de lazy loading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897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Cache navigateur désactivé (no-store, no-cache)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QUICK WINS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à fort impact, faible effort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91640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Réécrire les titles &amp; meta descriptions de chaque page (SEO)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130552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3055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08483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une page Tarifs visible dans la navigation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569464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6946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52374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 formulaire de contact fonctionnel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008376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0837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296265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Afficher "Vice-Champion du Monde Spartan 2019" en homepage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447288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472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40156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5+ témoignages clients en page d'accueil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88620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8404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Google Analytics / Tag Manager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4325112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32511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4279392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et soumettre un sitemap XML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4764024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76402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718304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les headers de sécurité manquants (HSTS, CSP, etc.)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202936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20293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71600" y="5157216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les images en WebP + activer le lazy loading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5641848"/>
            <a:ext cx="411480" cy="320040"/>
          </a:xfrm>
          <a:prstGeom prst="rect">
            <a:avLst>
              <a:gd name="adj" fmla="val 14286"/>
            </a:avLst>
          </a:prstGeom>
          <a:solidFill>
            <a:srgbClr val="0050A0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64184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5596128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Réécrire les URLs Joomla dynamiques des coachs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CONCURRENTIELLE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0515600" cy="18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 Énergie Léman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 de sport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VitalEvo2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CrossFit Thonon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CrossFit box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L'Orange Bleue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fitness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35204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Formafit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indépendant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4754880"/>
            <a:ext cx="10515600" cy="1097280"/>
          </a:xfrm>
          <a:prstGeom prst="rect">
            <a:avLst>
              <a:gd name="adj" fmla="val 8333"/>
            </a:avLst>
          </a:prstGeom>
          <a:solidFill>
            <a:srgbClr val="1A1A1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OPPORTUNITÉ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5212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concurrent ne domine le segment "coaching personnalisé premium" sur le bassin Thonon/Évian.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les credentials de Dylan (Vice-Champion du Monde), Bastian Coaching a un avantage compétitif unique et sous-exploité.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PLAN D'ACTION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2651760" cy="4114800"/>
          </a:xfrm>
          <a:prstGeom prst="rect">
            <a:avLst>
              <a:gd name="adj" fmla="val 3448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457200"/>
          </a:xfrm>
          <a:prstGeom prst="rect">
            <a:avLst>
              <a:gd name="adj" fmla="val 20000"/>
            </a:avLst>
          </a:prstGeom>
          <a:solidFill>
            <a:srgbClr val="27AE6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37360"/>
            <a:ext cx="2651760" cy="1828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(1-2 semaines)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Titles &amp; meta descriptions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Page Tarifs + formulaire contact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Installer Analytics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Sitemap XML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651760" cy="4114800"/>
          </a:xfrm>
          <a:prstGeom prst="rect">
            <a:avLst>
              <a:gd name="adj" fmla="val 3448"/>
            </a:avLst>
          </a:prstGeom>
          <a:solidFill>
            <a:srgbClr val="1A1A1A"/>
          </a:solidFill>
          <a:ln/>
        </p:spPr>
      </p:sp>
      <p:sp>
        <p:nvSpPr>
          <p:cNvPr id="14" name="Shape 12"/>
          <p:cNvSpPr/>
          <p:nvPr/>
        </p:nvSpPr>
        <p:spPr>
          <a:xfrm>
            <a:off x="3337560" y="1463040"/>
            <a:ext cx="2651760" cy="457200"/>
          </a:xfrm>
          <a:prstGeom prst="rect">
            <a:avLst>
              <a:gd name="adj" fmla="val 20000"/>
            </a:avLst>
          </a:prstGeom>
          <a:solidFill>
            <a:srgbClr val="0050A0"/>
          </a:solidFill>
          <a:ln/>
        </p:spPr>
      </p:sp>
      <p:sp>
        <p:nvSpPr>
          <p:cNvPr id="15" name="Shape 13"/>
          <p:cNvSpPr/>
          <p:nvPr/>
        </p:nvSpPr>
        <p:spPr>
          <a:xfrm>
            <a:off x="3337560" y="1737360"/>
            <a:ext cx="2651760" cy="18288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2044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Refonte UX (3-4 semaines)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2044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Nouveau hero avec CTA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Témoignages + social proof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URLs propres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Crédibilité Dylan en home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463040"/>
            <a:ext cx="2651760" cy="4114800"/>
          </a:xfrm>
          <a:prstGeom prst="rect">
            <a:avLst>
              <a:gd name="adj" fmla="val 3448"/>
            </a:avLst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1463040"/>
            <a:ext cx="2651760" cy="457200"/>
          </a:xfrm>
          <a:prstGeom prst="rect">
            <a:avLst>
              <a:gd name="adj" fmla="val 20000"/>
            </a:avLst>
          </a:prstGeom>
          <a:solidFill>
            <a:srgbClr val="1A6FBF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737360"/>
            <a:ext cx="2651760" cy="182880"/>
          </a:xfrm>
          <a:prstGeom prst="rect">
            <a:avLst/>
          </a:prstGeom>
          <a:solidFill>
            <a:srgbClr val="1A6FBF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 (2-3 semaines)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Headers sécurité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Images WebP + lazy loading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Cache navigateur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Core Web Vitals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98280" y="1463040"/>
            <a:ext cx="2651760" cy="4114800"/>
          </a:xfrm>
          <a:prstGeom prst="rect">
            <a:avLst>
              <a:gd name="adj" fmla="val 3448"/>
            </a:avLst>
          </a:prstGeom>
          <a:solidFill>
            <a:srgbClr val="1A1A1A"/>
          </a:solidFill>
          <a:ln/>
        </p:spPr>
      </p:sp>
      <p:sp>
        <p:nvSpPr>
          <p:cNvPr id="32" name="Shape 30"/>
          <p:cNvSpPr/>
          <p:nvPr/>
        </p:nvSpPr>
        <p:spPr>
          <a:xfrm>
            <a:off x="9098280" y="1463040"/>
            <a:ext cx="2651760" cy="457200"/>
          </a:xfrm>
          <a:prstGeom prst="rect">
            <a:avLst>
              <a:gd name="adj" fmla="val 20000"/>
            </a:avLst>
          </a:prstGeom>
          <a:solidFill>
            <a:srgbClr val="F39C12"/>
          </a:solidFill>
          <a:ln/>
        </p:spPr>
      </p:sp>
      <p:sp>
        <p:nvSpPr>
          <p:cNvPr id="33" name="Shape 31"/>
          <p:cNvSpPr/>
          <p:nvPr/>
        </p:nvSpPr>
        <p:spPr>
          <a:xfrm>
            <a:off x="9098280" y="1737360"/>
            <a:ext cx="2651760" cy="1828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4" name="Text 32"/>
          <p:cNvSpPr/>
          <p:nvPr/>
        </p:nvSpPr>
        <p:spPr>
          <a:xfrm>
            <a:off x="90982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81160" y="2103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Croissance (continu)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281160" y="2651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SEO local + Google Business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8116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Contenu blog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28116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Campagnes ads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8116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Partenariats locaux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3716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828800"/>
            <a:ext cx="548640" cy="548640"/>
          </a:xfrm>
          <a:prstGeom prst="rect">
            <a:avLst>
              <a:gd name="adj" fmla="val 50000"/>
            </a:avLst>
          </a:prstGeom>
          <a:solidFill>
            <a:srgbClr val="0050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Valider les priorités avec vous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94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Confirmer le périmètre Phase 1 et les objectifs business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548640" cy="548640"/>
          </a:xfrm>
          <a:prstGeom prst="rect">
            <a:avLst>
              <a:gd name="adj" fmla="val 50000"/>
            </a:avLst>
          </a:prstGeom>
          <a:solidFill>
            <a:srgbClr val="0050A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2834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Lancer les Quick Wins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200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de base, formulaire, tarifs, Analytics — résultats en 1-2 semaines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48640" cy="548640"/>
          </a:xfrm>
          <a:prstGeom prst="rect">
            <a:avLst>
              <a:gd name="adj" fmla="val 50000"/>
            </a:avLst>
          </a:prstGeom>
          <a:solidFill>
            <a:srgbClr val="0050A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Planifier la refonte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4206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UX/UI, choix technique (garder Joomla ou migrer)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548640" cy="548640"/>
          </a:xfrm>
          <a:prstGeom prst="rect">
            <a:avLst>
              <a:gd name="adj" fmla="val 50000"/>
            </a:avLst>
          </a:prstGeom>
          <a:solidFill>
            <a:srgbClr val="0050A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45920" y="4846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 &amp; itérer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Core Web Vitals, positions SEO, taux de conversion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5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Unicorn Agency — Votre partenaire digital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0" y="4114800"/>
            <a:ext cx="1828800" cy="45720"/>
          </a:xfrm>
          <a:prstGeom prst="rect">
            <a:avLst/>
          </a:prstGeom>
          <a:solidFill>
            <a:srgbClr val="0050A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questions ? Discutons-en.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Unicorn Agency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Bastian Coaching — Présentation Client</dc:title>
  <dc:subject>Audit Bastian Coaching</dc:subject>
  <dc:creator>Unicorn Agency</dc:creator>
  <cp:lastModifiedBy>Unicorn Agency</cp:lastModifiedBy>
  <cp:revision>1</cp:revision>
  <dcterms:created xsi:type="dcterms:W3CDTF">2026-04-13T21:42:05Z</dcterms:created>
  <dcterms:modified xsi:type="dcterms:W3CDTF">2026-04-13T21:42:05Z</dcterms:modified>
</cp:coreProperties>
</file>